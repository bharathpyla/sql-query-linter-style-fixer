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1735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0F172A"/>
                </a:solidFill>
                <a:latin typeface="Segoe UI"/>
              </a:defRPr>
            </a:pPr>
            <a:r>
              <a:t>SQL Query Linter &amp; Style Fixer</a:t>
            </a:r>
          </a:p>
          <a:p>
            <a:pPr>
              <a:spcBef>
                <a:spcPts val="1000"/>
              </a:spcBef>
              <a:defRPr sz="2200" b="1">
                <a:solidFill>
                  <a:srgbClr val="4F46E5"/>
                </a:solidFill>
                <a:latin typeface="Segoe UI"/>
              </a:defRPr>
            </a:pPr>
            <a:r>
              <a:t>Hybrid Local-AI Database Optimization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566160"/>
            <a:ext cx="1081735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566160"/>
            <a:ext cx="109728" cy="24688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1026871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B2777"/>
                </a:solidFill>
                <a:latin typeface="Segoe UI"/>
              </a:defRPr>
            </a:pPr>
            <a:r>
              <a:t>DEVELOPED BY: TEAM 20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Penta Satwika (23U41A4245) - Lead Streamlit UI &amp; Dashboard Developer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Bharath Pyla (23U41A0536) - Core SQL Parser &amp; Spacing Engine Architect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Aythi Eswar (23U41A0406) - Gemini LLM Prompt Engineer &amp; AI Architect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Dadi James (24U45A0212) - AST Validation Loop &amp; QA Tester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SQL Query Linter &amp; Style Fixer  |  Developed by Team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4754880" cy="4297680"/>
          </a:xfrm>
          <a:prstGeom prst="roundRect">
            <a:avLst/>
          </a:prstGeom>
          <a:solidFill>
            <a:srgbClr val="F0F2FE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09728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1148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900" b="1">
                <a:solidFill>
                  <a:srgbClr val="4F46E5"/>
                </a:solidFill>
                <a:latin typeface="Segoe UI"/>
              </a:defRPr>
            </a:pPr>
            <a:r>
              <a:t>To build a robust database utility that automates layout formatting, syntax cleansing, and structural optimization for database development teams by merging client-side deterministic parsers with serverless Large Language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645920"/>
            <a:ext cx="5605272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Standardize mixed casings (camelCase/PascalCase) into uniform lowercase snake_case.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Enforce SQL keywords capitalization rules locally at zero compute cost.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Isolate and purge markdown formatting artifacts to safeguard downstream compiler integrity.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Refactor implicit comma-joins and nested subqueries into explicit joins and Common Table Expressions (CTEs) via AI logic.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Secure syntax correctness using an in-memory Abstract Syntax Tree validation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SQL Query Linter &amp; Style Fixer  |  Developed by Team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09728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Inconsistent Casing: </a:t>
            </a:r>
            <a:r>
              <a:rPr sz="1300" b="0">
                <a:solidFill>
                  <a:srgbClr val="334155"/>
                </a:solidFill>
                <a:latin typeface="Segoe UI"/>
              </a:rPr>
              <a:t>Mixed naming structures (camelCase, PascalCase, lowercase) create style violations and audit complications.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109728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Legacy Join Syntax: </a:t>
            </a:r>
            <a:r>
              <a:rPr sz="1300" b="0">
                <a:solidFill>
                  <a:srgbClr val="334155"/>
                </a:solidFill>
                <a:latin typeface="Segoe UI"/>
              </a:rPr>
              <a:t>Extensive usage of implicit comma-joins (e.g., FROM TableA, TableB WHERE A.id = B.id) obscures join pathways and increases maintenance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383280"/>
            <a:ext cx="109728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5643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Complex Subquery Nesting: </a:t>
            </a:r>
            <a:r>
              <a:rPr sz="1300" b="0">
                <a:solidFill>
                  <a:srgbClr val="334155"/>
                </a:solidFill>
                <a:latin typeface="Segoe UI"/>
              </a:rPr>
              <a:t>Deeply nested SELECT projections decrease readability and limit database optimizer index lookup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251960"/>
            <a:ext cx="109728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2511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Cost Inflation: </a:t>
            </a:r>
            <a:r>
              <a:rPr sz="1300" b="0">
                <a:solidFill>
                  <a:srgbClr val="334155"/>
                </a:solidFill>
                <a:latin typeface="Segoe UI"/>
              </a:rPr>
              <a:t>Unrestricted use of SELECT * drives up cloud data processing costs under pay-per-query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2064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120640"/>
            <a:ext cx="109728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9379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Validation Vulnerability: </a:t>
            </a:r>
            <a:r>
              <a:rPr sz="1300" b="0">
                <a:solidFill>
                  <a:srgbClr val="334155"/>
                </a:solidFill>
                <a:latin typeface="Segoe UI"/>
              </a:rPr>
              <a:t>Rule-based linters only clean basic whitespace, whereas raw LLM optimization agents can hallucinate and generate syntactically broken SQL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SQL Query Linter &amp; Style Fixer  |  Developed by Team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Python: </a:t>
            </a:r>
            <a:r>
              <a:rPr sz="1300" b="0">
                <a:solidFill>
                  <a:srgbClr val="334155"/>
                </a:solidFill>
                <a:latin typeface="Segoe UI"/>
              </a:rPr>
              <a:t>Core language for deterministic regex compilation, script execution, and API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Streamlit Framework: </a:t>
            </a:r>
            <a:r>
              <a:rPr sz="1300" b="0">
                <a:solidFill>
                  <a:srgbClr val="334155"/>
                </a:solidFill>
                <a:latin typeface="Segoe UI"/>
              </a:rPr>
              <a:t>For designing the user interface dashboard workspace, the batch file uploader, and in-memory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38328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5643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Google Gemini API (gemini-2.5-flash): </a:t>
            </a:r>
            <a:r>
              <a:rPr sz="1300" b="0">
                <a:solidFill>
                  <a:srgbClr val="334155"/>
                </a:solidFill>
                <a:latin typeface="Segoe UI"/>
              </a:rPr>
              <a:t>Serverless AI model utilized for semantic query refactoring (CTEs, Joins) configured with low temperature (0.1) and few-shot examples.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25196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2511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sqlglot Parser: </a:t>
            </a:r>
            <a:r>
              <a:rPr sz="1300" b="0">
                <a:solidFill>
                  <a:srgbClr val="334155"/>
                </a:solidFill>
                <a:latin typeface="Segoe UI"/>
              </a:rPr>
              <a:t>Local dialect-aware parser used to pretty-print statements and validate AST syntax inside the correction loop.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2064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12064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9379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difflib: </a:t>
            </a:r>
            <a:r>
              <a:rPr sz="1300" b="0">
                <a:solidFill>
                  <a:srgbClr val="334155"/>
                </a:solidFill>
                <a:latin typeface="Segoe UI"/>
              </a:rPr>
              <a:t>Native engine used to compile unified diff reports between raw query inputs and optimized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System Architecture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SQL Query Linter &amp; Style Fixer  |  Developed by Team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09728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46504"/>
            <a:ext cx="7315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46504"/>
            <a:ext cx="97657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Query Input -&gt; Sandbox Area, File Uploader, or CLI batch scanner reads statement.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8173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109728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78024"/>
            <a:ext cx="7315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78024"/>
            <a:ext cx="97657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Input Sanitization -&gt; strip_markdown_artifacts() strips code blocks, bold asterisks, and italic underscores 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08960"/>
            <a:ext cx="108173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108960"/>
            <a:ext cx="109728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9544"/>
            <a:ext cx="7315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09544"/>
            <a:ext cx="97657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Phase 1 Linter -&gt; Deterministic capitalization of standard keywords, regex-based conversion of camelCase to snake_case, and SELECT * diagnostic checks.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8173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109728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41064"/>
            <a:ext cx="7315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41064"/>
            <a:ext cx="97657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Phase 2 Refactor -&gt; gemini-2.5-flash receives baseline formatting and optimizes syntax structures (implicit joins to explicit joins, subqueries to CTEs).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72000"/>
            <a:ext cx="108173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572000"/>
            <a:ext cx="109728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72584"/>
            <a:ext cx="7315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672584"/>
            <a:ext cx="97657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Self-Correction Loop -&gt; Output SQL is evaluated by local parser. If syntax errors occur, the traceback is fed back to the LLM to self-heal (up to 3 iterations).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03520"/>
            <a:ext cx="108173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303520"/>
            <a:ext cx="109728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04104"/>
            <a:ext cx="7315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404104"/>
            <a:ext cx="97657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Finalization -&gt; Renders refactored SQL inside copyable st.code frames and outputs colored diff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Modules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SQL Query Linter &amp; Style Fixer  |  Developed by Team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Sanitization &amp; Cleaning Module: </a:t>
            </a:r>
            <a:r>
              <a:rPr sz="1300" b="0">
                <a:solidFill>
                  <a:srgbClr val="334155"/>
                </a:solidFill>
                <a:latin typeface="Segoe UI"/>
              </a:rPr>
              <a:t>Contains lookbehind/lookahead regular expressions that clean styling artifacts from incoming text without corrupting snake_case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Phase 1: Local Linter Module: </a:t>
            </a:r>
            <a:r>
              <a:rPr sz="1300" b="0">
                <a:solidFill>
                  <a:srgbClr val="334155"/>
                </a:solidFill>
                <a:latin typeface="Segoe UI"/>
              </a:rPr>
              <a:t>Zero-cost deterministic casing cleaner and capitalization compiler. Enforces standard keywords and casing conventions locally before network calls.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38328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5643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Phase 2: AI Refactoring Module: </a:t>
            </a:r>
            <a:r>
              <a:rPr sz="1300" b="0">
                <a:solidFill>
                  <a:srgbClr val="334155"/>
                </a:solidFill>
                <a:latin typeface="Segoe UI"/>
              </a:rPr>
              <a:t>Leverages Gemini LLM with few-shot instructions to translate legacy comma-joins and extract subqueries into CTEs.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25196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2511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Validation &amp; Critic Module: </a:t>
            </a:r>
            <a:r>
              <a:rPr sz="1300" b="0">
                <a:solidFill>
                  <a:srgbClr val="334155"/>
                </a:solidFill>
                <a:latin typeface="Segoe UI"/>
              </a:rPr>
              <a:t>Compares LLM outputs against local syntax rules using sqlglot, orchestrating the self-correcting logic loop if discrepancies are found.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20640"/>
            <a:ext cx="1081735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12064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93792"/>
            <a:ext cx="10314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Interface &amp; Download Module: </a:t>
            </a:r>
            <a:r>
              <a:rPr sz="1300" b="0">
                <a:solidFill>
                  <a:srgbClr val="334155"/>
                </a:solidFill>
                <a:latin typeface="Segoe UI"/>
              </a:rPr>
              <a:t>Manages dual Streamlit and CLI interfaces, in-memory uploads, diff blocks rendering, and download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Project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SQL Query Linter &amp; Style Fixer  |  Developed by Team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091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Cost-Efficiency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Capitalization and casing rules run locally at zero token cost, conserving expensive LLM API bandwidth for semantic restructuring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91072" y="164592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28800"/>
            <a:ext cx="47091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Syntax Security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The self-correcting validation loop acts as a compiler guard, preventing code hallucinations and ensuring the user only receives valid, executable 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4048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84048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47091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Cloud Deployability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Supports in-memory batch file uploads, allowing the application to run smoothly on isolated cloud deployment servers like Streamlit Community Cloud.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84048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384048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4023360"/>
            <a:ext cx="47091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Pipeline Integration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Dual CLI and web dashboard structure allows the tool to fit seamlessly into single-query debugging sessions or automated Git pre-commit hooks.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SQL Query Linter &amp; Style Fixer  |  Developed by Team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475488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09728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1148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2000" b="1">
                <a:solidFill>
                  <a:srgbClr val="10B981"/>
                </a:solidFill>
                <a:latin typeface="Segoe UI"/>
              </a:defRPr>
            </a:pPr>
            <a:r>
              <a:t>The SQL Query Linter &amp; Style Fixer successfully bridges the gap between rule-based style cleaners and AI-driven semantic query model refactoring.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645920"/>
            <a:ext cx="5605272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Optimizes developer workflow speed and audit readiness for legacy SQL codebases.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Guarantees compilation integrity through an AST validation loop architecture.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Reduces database runtime search complexity by converting nested subqueries to CTEs and implicit comma-joins to explicit joins.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•  Provides a cloud-deployable dashboard and automated CLI script to accommodate any integration pipeline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